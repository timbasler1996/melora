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4EDC-52B3-0C5E-7AA3-5AE53ECFD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C957A-D0D8-3BB0-BCB1-EA7A8BE52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AC80F-CB8B-F2AA-AE38-318FBE2A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680EB-23CB-9DD5-4099-94FFF927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9B893-2895-A13A-5CFA-F030CDB7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7406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4E24-3AE5-E357-F461-1E2DC13B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E17A0-B882-CD1D-FFCD-7040CDD3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63E99-302F-A677-A5AF-78EE76BB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B3079-7570-222E-90C2-98246DA8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47071-0293-58A1-DD5D-3D95D019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062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3DC4-C872-F1DC-9362-8587E10F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C478B-EBD1-BFD9-9C49-C1738DFDC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300C1-873A-D3CF-D5BD-F3BA1471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B7411-867F-7F98-3FBC-408C87C0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F99DE-3ADF-9E1C-D722-6D74A92B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9586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598A-E6B2-D9B9-2DC7-F8031D43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7AB55-2807-6865-90A1-E6D4B75AE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9AC50-95CB-2E1C-FDF0-5ECCCEDD5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CDF73-C8B7-B793-9BE3-924E2DC2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E4D4F-78E5-1EE1-B704-A4ADD1E1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E948A-2BD2-3E39-BABF-A879F980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9073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C2CC-350B-7D93-C663-9AE62369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CDDAE-97D1-91B9-788F-7D418D71C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5A250-B829-6EC2-6E47-30F3F3163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A5796-5C7C-EE54-7D1F-3D664DFCE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E0F67-6E86-CE79-46E8-B33F7EAD0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710963-AA45-FD12-1377-5BC1DCE5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ABF76-24A7-FB5C-C4BA-F60B2803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E2195-BF3E-00DC-5097-7920B5D8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278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1F87-37B8-E06C-16D2-728E81F0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07949-441D-1DD2-C540-A9A53A21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70A9F-3723-07D6-93C3-5C8DDDF7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DD1D2-5156-9921-1285-00790993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8241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9263C-7C3C-5960-C299-BC8B666F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7067F-8E36-B5B0-C6DE-2262A7FC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0AE02-83A9-827F-F5B3-66E86433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079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8551-5CA6-870E-396A-95ACBAA2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28E3C-BA91-B685-29C4-BFC9FDA77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99842-5EFB-FEBF-C743-5AEBDCC9C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55DE6-3911-DB03-4AC1-E6A7836D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9D778-22AC-5A9F-5816-4F2A1416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2D244-674F-7FF0-D7F8-D3212064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2000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EF46-1477-378F-088A-AEEF641C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67305-582A-1289-88BC-41E6C6D69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FA609-4CA9-2A16-418C-678281335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75495-0B30-6643-9A07-33BD7278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50DE5-315A-AFF4-B77F-66F23134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6035D-2A28-B994-0A6D-95AD8B55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5757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79ED-5963-B335-5930-46392E51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09B08-4166-60A8-B395-65BEA5A13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DA36-C5D3-0D8C-BB94-DBE3BE03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7831-68D0-2D52-CCB5-BD02C2F6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0972C-CBE6-1EF9-3FD3-41B479B2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3659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7A413-C853-5CAE-9DE9-FA9E6E08D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7FC1E-4B2E-CF4D-63FF-B735276C1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26FBC-A036-6E9A-F664-7665513A8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BF503-13C0-4F88-4BE9-A2738DB8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B4B57-E719-37F3-AE02-82DD2BE9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5573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E4D72-2327-2D15-59E8-098BF403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22D4B-D17C-2D36-D8B7-19672F481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C825-3997-9E2D-8377-BE8481DEA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24426-968E-3D4A-AE43-726DB73400D3}" type="datetimeFigureOut">
              <a:rPr lang="en-CH" smtClean="0"/>
              <a:t>04.03.2026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AF5F7-A3DB-54E9-C98D-6640BD3FC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746C1-8B58-D9A8-29D0-A21C3CBDD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4602C-E737-B54B-9EEC-B3457DDECD2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220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8B39-5325-8FFB-FE52-20CB6D4E0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8E655-F7BE-351B-E4A4-1BD225682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384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Basler</dc:creator>
  <cp:lastModifiedBy>Tim Basler</cp:lastModifiedBy>
  <cp:revision>1</cp:revision>
  <dcterms:created xsi:type="dcterms:W3CDTF">2026-03-04T10:01:51Z</dcterms:created>
  <dcterms:modified xsi:type="dcterms:W3CDTF">2026-03-04T10:02:21Z</dcterms:modified>
</cp:coreProperties>
</file>